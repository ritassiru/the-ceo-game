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escolha uma empresa real antes de responder — Google, Nubank, uma loja da cidade. A pergunta 'If I were CEO for a day' é um formato real de entrevistas e colunas de negócios, não uma citação de uma pessoa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do jogo: https://claude.ai/artifact/MeBfDCDuVp7KtUqwWgpHDL
ANTES DA AULA: compartilhe o link pelo cartão de publicação (ele nasce privado) e teste o QR code no seu celular.
Sem internet: projete o jogo e jogue com a turma inteira. Leia a fala do conselheiro, a turma vota com as mãos, a maioria decide. No final, cada aluno escreve as 3 frases no caderno a partir do resumo de escolhas na tela.
As 3 frases de Second Conditional valem o visto do dia. Tempo sugerido: 20 minutos, depois o simulado de 30 questões.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7772400" cy="4023360"/>
          </a:xfrm>
          <a:prstGeom prst="roundRect">
            <a:avLst>
              <a:gd name="adj" fmla="val 1591"/>
            </a:avLst>
          </a:prstGeom>
          <a:solidFill>
            <a:srgbClr val="2B1721"/>
          </a:solidFill>
          <a:ln w="19050">
            <a:solidFill>
              <a:srgbClr val="A267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51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Bimestre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05840" y="23957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· First · Second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Tecnologia, Inovação e Empreendedorismo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IFAL Campus Viçosa  ·  Prof. Ritaciro Cavalcante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Hello! I am Ritaciro!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Espero que esta apresentação lhe ajude no entendimento da matéria!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HOJE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jeitos de dizer "se"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usam if — a diferença é o que vem depois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2651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801368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 sempre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2651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801368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3291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acontecer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560320" cy="2651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801368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32918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imaginação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Conditional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Verdades gerais e regras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ZERO CONDITIONAL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+ presente, presente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70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you fail to plan, you plan to fail."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ditado comum no mundo dos negócios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startup runs out of cash,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update your software,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vulnerable.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partes ficam no presente — é assim sempre, não é previsão.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Conditional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possibilidade real no futuro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FIRST CONDITIONAL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+ presente, will + verbo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234440"/>
          </a:xfrm>
          <a:prstGeom prst="roundRect">
            <a:avLst>
              <a:gd name="adj" fmla="val 5185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takes 20 years to build a reputation and five minutes to ruin it.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think about that, you'll do things differently."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Warren Buffett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8046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think about that,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condição (if + presente)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do things differently.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(will + verbo)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zero conditional: aqui é uma consequência real, não uma regra sempre válida.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Conditional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Hipótese, imaginação, algo que não é real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SECOND CONDITIONAL — LISTENING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assistir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explicada por quem ensina inglês pra valer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1965960"/>
          </a:xfrm>
          <a:prstGeom prst="roundRect">
            <a:avLst>
              <a:gd name="adj" fmla="val 3256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📺  "The second conditional"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 Grammar — BBC Learning English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youtube.com/watch?v=3OuqzHxlrHc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Assistam duas vezes: primeiro para a ideia geral, depois para pegar as frases exatas com if.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Parte 3 da folha enquanto assiste.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SECOND CONDITIONAL — PRODUÇÃO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+ passado, would + verbo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1188720"/>
          </a:xfrm>
          <a:prstGeom prst="roundRect">
            <a:avLst>
              <a:gd name="adj" fmla="val 5385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I were CEO for a day, what would I change?"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clássica de entrevistas e colunas de negócios — não é real, mas ajuda a pensar grande.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046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 CEO of Google,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passado (mas não é real)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change...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would + verbo (hipótese)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PERCEBAM A DIFERENÇA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× Second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decide: isso pode realmente acontecer?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3E8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get funding, we will hire more people.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possível. Estamos esperando a resposta do investidor.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046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63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— hipotético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B17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had a million dollars, we would hire 50 people.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temos. É só imaginação, ou muito improvável.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FECHANDO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três, lado a lado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 usar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80467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presente, presente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1938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 sempre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80467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2807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presente, will + verbo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acontecer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passado, would + verbo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3675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imaginação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Day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juntos, e um jogo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REVIEW 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CEO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duplas: escaneiem o QR code e comecem o jogo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918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pic>
        <p:nvPicPr>
          <p:cNvPr id="6" name="Image 0" descr="/mnt/user-data/outputs/Ingles-EM-Bimestre/2-ano-tech-empreendedorismo/assets/qr-ceo-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83464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69080" y="1417320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572768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149047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à sua startup.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69080" y="2258568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2414016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23317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Ouça os conselheiros. Eles avisam com First Conditional: If you..., you will...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069080" y="3099816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3255264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754880" y="317296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Escolha. Cuidado com o 💰 Cash e a ⭐ Reputation.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3941064"/>
            <a:ext cx="45262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06240" y="4096512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54880" y="4014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final, escreva 3 frases com Second Conditional e copie no caderno.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tudo bem até então?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1828800"/>
          </a:xfrm>
          <a:prstGeom prst="roundRect">
            <a:avLst>
              <a:gd name="adj" fmla="val 3500"/>
            </a:avLst>
          </a:prstGeom>
          <a:solidFill>
            <a:srgbClr val="FBF6F5"/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deixe de fazer a atividade!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folha tem as três partes, com o ditado, a citação de Buffett, o vídeo da BBC e a atividade do CEO por um dia. No Review Day: The CEO Game e o simulado de 30 questões.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7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Dúvidas, pode chamar no grupo.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2026-09-28T01:14:04Z</dcterms:created>
  <dcterms:modified xsi:type="dcterms:W3CDTF">2026-09-28T01:14:04Z</dcterms:modified>
</cp:coreProperties>
</file>